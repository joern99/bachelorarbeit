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SLR light liefert Replizierbarkeit. Vorab Protokoll definieren, dann systematisch suchen, transparent screenen, Ergebnisse extrahieren und mit PRISMA berichten. Stolperfallen: zu breite RQs, unscharfe Kriterien, fehlende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 Backward/Forward Snowballing findest du zentrale Arbeiten schnell und belegst Sättigung. Wichtig: jede Ein-/Ausschlussentscheidung dokumentieren; Stop-Kriterium festhalten.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Scoping hilft, das Terrain zu ordnen. Cluster, Trends und Lücken sichtbar machen; perfekter Vorlauf für eine fokussierte SLR. Qualitätsbewertung ist hier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 liefert ‚good enough‘-Erkenntnisse unter Zeitdruck – mit klaren Abstrichen und offener Risikoberichterstattung. Wichtig: Transparenz über die Abstriche bewahren.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Living Reviews halten deine Übersicht aktuell; bei vielen Surveys hilft eine Tertiary-Synthese, Konsenspunkte und Abweichungen klar zu benennen.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Für die Bachelorarbeit: Kombiniere SLR light und Snowballing; bei unklarem Feld zuerst Scoping. Dokumentiere alles sauber, nutze PRISMA und eine Extraktionstabelle. Bei LLM-Themen sind Alerts hilfreich, um ein optionales Living-Update zu 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000000"/>
                </a:solidFill>
                <a:latin typeface="Calibri"/>
              </a:rPr>
              <a:t>Fünf Ansätze für eine saubere Literaturrecherche (Bachelor-tauglich)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000000"/>
                </a:solidFill>
                <a:latin typeface="Calibri"/>
              </a:rPr>
              <a:t>Schnell, reproduzierbar, bewertbar – inkl. Links &amp; Sprecher-Notizen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0000"/>
                </a:solidFill>
                <a:latin typeface="Calibri"/>
              </a:rPr>
              <a:t>Systematic Literature Review (SLR – light)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Zweck: Vollständige, nachvollziehbare Übersicht; höchste Transparenz.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Wann: Abschlussarbeiten, Publikationen, klare RQs.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Kernschritte: Protokoll → Suche → Deduplizieren → Screening → Extraktion → PRISMA.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Links: PRISMA 2020 (BMJ) – https://www.bmj.com/content/372/bmj.n71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Kitchenham &amp; Charters (SLR in SE) – https://www.keele.ac.uk/media/keeleuniversity/ri/istm/kitchenham_2007_guidelines.pdf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Cochrane Handbook – https://training.cochrane.org/handbook/current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Deliverables: Protokoll, PRISMA-Flow, Extraktions-Tabelle.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0000"/>
                </a:solidFill>
                <a:latin typeface="Calibri"/>
              </a:rPr>
              <a:t>Snowballing (Backward &amp; Forward)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Zweck: Zitationsnetz nutzen; Lücken der Datenbanksuche schließen.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Wann: Nach 3–8 Seed-Papers; Ergänzung zu SLR/Scoping.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Kernschritte: Backward (Referenzen) &amp; Forward (Zitationen) bis Sättigung; alles loggen.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Links: Wohlin (Guidelines) – https://dl.acm.org/doi/10.1145/2601248.2601268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Jalali &amp; Wohlin – https://ieeexplore.ieee.org/document/6406753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Deliverables: Snowballing-Log, Sättigungsnachweis.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0000"/>
                </a:solidFill>
                <a:latin typeface="Calibri"/>
              </a:rPr>
              <a:t>Scoping Review / Systematic Mapping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Zweck: Feld kartieren, Cluster/Trends finden, Gaps identifizieren.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Wann: Frühe Phase, wenn RQs noch breit sind.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Kernschritte: Breite Suche, schnelles Screening, thematische Kodierung &amp; Visualisierung.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Links: Arksey &amp; O’Malley – https://www.tandfonline.com/doi/abs/10.1080/1364557032000119616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Levac et al. – https://implementationscience.biomedcentral.com/articles/10.1186/1748-5908-5-69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PRISMA-ScR – https://www.acpjournals.org/doi/10.7326/M18-0850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Mapping (Petersen) – https://doi.org/10.1016/j.infsof.2015.03.007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0000"/>
                </a:solidFill>
                <a:latin typeface="Calibri"/>
              </a:rPr>
              <a:t>Rapid Evidence Assessment (REA) / Rapid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Zweck: Zeitboxte, strukturierte Bestandsaufnahme (‚Strenge light‘).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Wann: Enge Deadlines, Vorstudien, Entscheidungsvorlagen.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Kernschritte: Zeitbox (1–2 Wochen), 2–3 Kern-Datenbanken, Fokusregeln, schlanke Quality Checks.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Links: Cochrane Rapid Reviews – https://methods.cochrane.org/rapidreviews/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GSR (UK) REA Toolkit – https://www.gov.uk/government/publications/rapid-evidence-assessment-toolkit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Khangura et al. – https://systematicreviewsjournal.biomedcentral.com/articles/10.1186/2046-4053-1-10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Deliverables: Executive Summary, kuratierte Referenzen, Limitations.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0000"/>
                </a:solidFill>
                <a:latin typeface="Calibri"/>
              </a:rPr>
              <a:t>Living Review / Tertiary Review (Survey-of-Surveys)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Zweck: Kontinuierlich aktualisierte Übersicht bzw. Survey-of-Surveys.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Wann: Dynamische Felder (z. B. LLM-Evaluation).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Kernschritte: Start als Scoping/SLR; Alerts/Feeds; regelmäßige Updates mit Versionierung.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Links: Elliott et al. (PLOS Med, 2014) – https://journals.plos.org/plosmedicine/article?id=10.1371/journal.pmed.1001603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Elliott et al. (BMJ, 2017) – https://www.bmj.com/content/358/bmj.j3209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PRISMA 2020 – https://www.bmj.com/content/372/bmj.n71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Deliverables: Versionierte Übersicht, Änderungsprotokoll, Empfehlungen.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0000"/>
                </a:solidFill>
                <a:latin typeface="Calibri"/>
              </a:rPr>
              <a:t>Anwendung auf dein Thema (LLM: Menschliche Wahrnehmung vs. Benchmark)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Empfehlung: SLR (light) + Snowballing; optional 1 Woche Scoping vorab.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Start-Suchbausteine: (LLM OR ‚large language models‘) AND (evaluation OR benchmarking) AND (‚human evaluation‘ OR preference OR pairwise OR likert) AND (correlation OR agreement).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Repro-Doku: Protokoll + Suchlogs + PRISMA-Flow + Extraktionstabelle.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Dynamisch: Als Living Review fortführen (Scholar/arXiv Alerts).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